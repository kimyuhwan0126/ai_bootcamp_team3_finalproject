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브레인 스파크입니다. 저희가 만든 모이머는 — 여럿이 각자 다른 곳에서 출발할 때, 아무도 혼자 크게 손해보지 않는 만남 장소를 함께 정하는 서비스입니다.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 들으시는 분들을 위해 한 장으로 요약하면 이렇습니다. 설치도 가입도 없이 링크 하나로 들어와 장소만 정하고 나가는 서비스입니다.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주제를 고른 계기입니다. 저희도 실제로 겪었고, 지금도 겪고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사진의 지도 자리는 키가 없는 개발 환경이라 대체 화면입니다. 실 시연에서는 카카오 지도가 그대로 뜹니다 — 키 없이도 전체 흐름이 도는 것이 저희 규칙입니다.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여기까지가 본편입니다. 질문 주시면 뒤의 부록에서 기술 구조·검증 방식·겪은 문제들을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1828800" y="2834640"/>
            <a:ext cx="10058400" cy="8229600"/>
          </a:xfrm>
          <a:prstGeom prst="roundRect">
            <a:avLst>
              <a:gd name="adj" fmla="val 5556"/>
            </a:avLst>
          </a:prstGeom>
          <a:solidFill>
            <a:srgbClr val="1B3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5669280" y="4206240"/>
            <a:ext cx="9144000" cy="7315200"/>
          </a:xfrm>
          <a:prstGeom prst="roundRect">
            <a:avLst>
              <a:gd name="adj" fmla="val 6250"/>
            </a:avLst>
          </a:prstGeom>
          <a:solidFill>
            <a:srgbClr val="2F6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234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8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브레인 스파크 · 중간발표 · 2026.08.14 (금)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04088" y="2578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우리, 딱 중간에서.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3072384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다른 곳에서 출발하는 사람들이 아무도 혼자 크게 손해보지 않는 만남 장소를,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한 번 누르는 것만으로 함께 정하는 서비스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" y="4041648"/>
            <a:ext cx="174193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4041648"/>
            <a:ext cx="1741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링크 하나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92324" y="4041648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2324" y="404164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2~8명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6452" y="4041648"/>
            <a:ext cx="44577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4041648"/>
            <a:ext cx="4457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TypeScript · PostgreSQL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4088" y="4892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최병현  ·  팀원 김유환 · 양성은 · 신동원        |        멘토 최종원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브레인 스파크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668448" cy="1737360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1968" y="1847088"/>
            <a:ext cx="658368" cy="658368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1968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2651760"/>
            <a:ext cx="266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최병현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2980944"/>
            <a:ext cx="266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3392" y="1627632"/>
            <a:ext cx="2668448" cy="1737360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8432" y="1847088"/>
            <a:ext cx="658368" cy="658368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8432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63392" y="2651760"/>
            <a:ext cx="266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김유환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63392" y="2980944"/>
            <a:ext cx="266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59856" y="1627632"/>
            <a:ext cx="2668448" cy="1737360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64895" y="1847088"/>
            <a:ext cx="658368" cy="658368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4895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59856" y="2651760"/>
            <a:ext cx="266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59856" y="2980944"/>
            <a:ext cx="266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56319" y="1627632"/>
            <a:ext cx="2668448" cy="1737360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61359" y="1847088"/>
            <a:ext cx="658368" cy="658368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1359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56319" y="2651760"/>
            <a:ext cx="266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신동원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56319" y="2980944"/>
            <a:ext cx="266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602736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84048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840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81328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487168" y="3840480"/>
            <a:ext cx="8863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8/6 멘토링에서 받은 지적을 이번 발표까지 전부 반영했습니다 (부록 20장)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553712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1248" y="4791456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—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중간발표 8/14(금)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 8/21(금)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저희 버전 규칙상 최종발표일에 1.0.0 을 답니다. 지금은 0.2.0 입니다.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모이머는 이런 서비스입니다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51834" cy="2651760"/>
          </a:xfrm>
          <a:prstGeom prst="roundRect">
            <a:avLst>
              <a:gd name="adj" fmla="val 3448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73936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73936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30763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여럿이 만날 장소를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정하는 웹앱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127248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설치도 회원가입도 없습니다. 초대 링크 하나를 단톡방에 뿌리면 끝입니다.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9930" y="1554480"/>
            <a:ext cx="3551834" cy="2651760"/>
          </a:xfrm>
          <a:prstGeom prst="roundRect">
            <a:avLst>
              <a:gd name="adj" fmla="val 3448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7674" y="1773936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7674" y="177393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57674" y="2212848"/>
            <a:ext cx="30763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동네에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흩어져 사는 2~8명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7674" y="3127248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친구·동아리·팀 회식처럼 출발지가 제각각인 모임이 대상입니다.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2933" y="1554480"/>
            <a:ext cx="3551834" cy="2651760"/>
          </a:xfrm>
          <a:prstGeom prst="roundRect">
            <a:avLst>
              <a:gd name="adj" fmla="val 3448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0677" y="1773936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0677" y="1773936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10677" y="2212848"/>
            <a:ext cx="30763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 → 지도 한 번 탭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가장 공평한 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10677" y="3127248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 얼마나 걸리는지를 숫자로 보여주고 투표로 확정합니다.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462272"/>
            <a:ext cx="11057839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681728"/>
            <a:ext cx="9052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68172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상태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38528" y="4681728"/>
            <a:ext cx="94119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화면 11개 중 9개 완성  ·  실기기 4대 리허설 통과  ·  브라우저 자동 테스트 78개  ·  오늘 시연 가능한 상태입니다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친구들이 더 이상 같은 동네에 살지 않습니다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73472" cy="1865376"/>
          </a:xfrm>
          <a:prstGeom prst="roundRect">
            <a:avLst>
              <a:gd name="adj" fmla="val 490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19072"/>
            <a:ext cx="489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때는 다 같은 동네에 있었습니다. 그때는 “어디서 볼까”가 질문이 아니었어요.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누구는 취업하고, 누구는 이사 가고, 누구는 아직 학교에 있습니다. 출발지가 흩어지는 순간 약속 장소 정하기가 매번 협상이 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529584"/>
            <a:ext cx="5373472" cy="1170432"/>
          </a:xfrm>
          <a:prstGeom prst="round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3749040"/>
            <a:ext cx="489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늘 같은 사람이 멀리서 옵니다.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그게 숫자로 보이지 않는다는 것입니다 — 아무도 “내가 얼마나 더 오는지”를 모르니 말도 못 꺼냅니다.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1296" y="1517904"/>
            <a:ext cx="5373472" cy="3182112"/>
          </a:xfrm>
          <a:prstGeom prst="roundRect">
            <a:avLst>
              <a:gd name="adj" fmla="val 287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89040" y="171907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904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실제로 겪은 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89040" y="2212848"/>
            <a:ext cx="4897984" cy="365760"/>
          </a:xfrm>
          <a:prstGeom prst="roundRect">
            <a:avLst>
              <a:gd name="adj" fmla="val 25000"/>
            </a:avLst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5344" y="2212848"/>
            <a:ext cx="460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“어디서 볼까?”   — 10분 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29120" y="2724912"/>
            <a:ext cx="4257904" cy="365760"/>
          </a:xfrm>
          <a:prstGeom prst="roundRect">
            <a:avLst>
              <a:gd name="adj" fmla="val 25000"/>
            </a:avLst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5424" y="2724912"/>
            <a:ext cx="396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“아무데나 ㅋㅋ”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89040" y="3236976"/>
            <a:ext cx="4897984" cy="365760"/>
          </a:xfrm>
          <a:prstGeom prst="roundRect">
            <a:avLst>
              <a:gd name="adj" fmla="val 25000"/>
            </a:avLst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344" y="3236976"/>
            <a:ext cx="460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“그럼 강남?”   — 또 10분 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29120" y="3749040"/>
            <a:ext cx="4257904" cy="365760"/>
          </a:xfrm>
          <a:prstGeom prst="roundRect">
            <a:avLst>
              <a:gd name="adj" fmla="val 25000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5424" y="3749040"/>
            <a:ext cx="396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 거기 1시간 넘게 걸리는데…”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89040" y="4261104"/>
            <a:ext cx="4897984" cy="365760"/>
          </a:xfrm>
          <a:prstGeom prst="roundRect">
            <a:avLst>
              <a:gd name="adj" fmla="val 25000"/>
            </a:avLst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5344" y="4261104"/>
            <a:ext cx="460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“그럼 어디로 하지…”  (처음으로)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846320"/>
            <a:ext cx="11057839" cy="896112"/>
          </a:xfrm>
          <a:prstGeom prst="roundRect">
            <a:avLst>
              <a:gd name="adj" fmla="val 10204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5029200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푸는 것은 “지도 검색”이 아니라 “합의”입니다.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장소를 찾아 주는 서비스는 이미 많습니다. 없는 것은 여러 명이 각자 다른 곳에서 출발할 때 공평한 곳을 함께 고르는 절차입니다.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이렇게 정합니다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다 안 되고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51834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2311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 눈대중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578608"/>
            <a:ext cx="30763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누구도 계산하지 않고 “대충 중간”으로 정합니다. 결국 말 센 사람 근처나 늘 가던 곳으로 갑니다.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3712464"/>
            <a:ext cx="3076346" cy="384048"/>
          </a:xfrm>
          <a:prstGeom prst="roundRect">
            <a:avLst>
              <a:gd name="adj" fmla="val 21429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712464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공평한지 아무도 모른다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9930" y="1554480"/>
            <a:ext cx="3551834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7674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57674" y="22311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앱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57674" y="2578608"/>
            <a:ext cx="30763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길찾기는 출발지 하나 → 도착지 하나입니다. 여러 출발지를 동시에 놓고 “어디가 제일 공평한가”를 물어볼 수가 없습니다.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57674" y="3712464"/>
            <a:ext cx="3076346" cy="384048"/>
          </a:xfrm>
          <a:prstGeom prst="roundRect">
            <a:avLst>
              <a:gd name="adj" fmla="val 21429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7674" y="3712464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 기준으로만 본다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2933" y="1554480"/>
            <a:ext cx="3551834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10677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🗳️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10677" y="22311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투표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10677" y="2578608"/>
            <a:ext cx="30763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다른 이름으로 제안하니 “강남”·“강남역”·“역삼”이 서로 다른 후보가 됩니다. 표가 흩어져 1위가 안 나옵니다.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10677" y="3712464"/>
            <a:ext cx="3076346" cy="384048"/>
          </a:xfrm>
          <a:prstGeom prst="roundRect">
            <a:avLst>
              <a:gd name="adj" fmla="val 21429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0677" y="3712464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투표해도 결론이 안 난다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517136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4736592"/>
            <a:ext cx="105091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모이머는 이 셋을 한 화면에서 해결합니다 —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출발지를 동시에 계산하고, 공평함을 숫자로 보여주고, 같은 곳을 누른 사람을 하나로 묶습니다.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출발지만 넣으면, 나머지는 지도를 누르는 것으로 끝납니다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51834" cy="3017520"/>
          </a:xfrm>
          <a:prstGeom prst="roundRect">
            <a:avLst>
              <a:gd name="adj" fmla="val 303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37360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373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공평함을 숫자로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30763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후보마다 가장 오래 걸리는 사람의 시간과 사람 간 편차를 계산해 보여줍니다. 평균이 아니라 최악을 봅니다 — 평균이면 3명 만족·1명 지옥인 곳이 1위가 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3803904"/>
            <a:ext cx="3076346" cy="512064"/>
          </a:xfrm>
          <a:prstGeom prst="roundRect">
            <a:avLst>
              <a:gd name="adj" fmla="val 16071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803904"/>
            <a:ext cx="29300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= 최대 이동시간 + 편차 × 0.8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9930" y="1517904"/>
            <a:ext cx="3551834" cy="3017520"/>
          </a:xfrm>
          <a:prstGeom prst="roundRect">
            <a:avLst>
              <a:gd name="adj" fmla="val 303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7674" y="1737360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7674" y="173736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지도 한 번 = 한 표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57674" y="2194560"/>
            <a:ext cx="30763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“후보 등록 → 다시 투표”를 한 단계로 합쳤습니다. 누르면 가까운 지하철역으로 정리되고, 같은 곳을 누른 사람끼리 자동으로 하나로 합쳐집니다.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57674" y="3803904"/>
            <a:ext cx="3076346" cy="512064"/>
          </a:xfrm>
          <a:prstGeom prst="roundRect">
            <a:avLst>
              <a:gd name="adj" fmla="val 16071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0826" y="3803904"/>
            <a:ext cx="29300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“누른 것이 곧 한 표예요”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72933" y="1517904"/>
            <a:ext cx="3551834" cy="3017520"/>
          </a:xfrm>
          <a:prstGeom prst="roundRect">
            <a:avLst>
              <a:gd name="adj" fmla="val 303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0677" y="1737360"/>
            <a:ext cx="2093976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0677" y="173736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카톡을 대체하지 않습니다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10677" y="2194560"/>
            <a:ext cx="30763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원래 쓰던 단톡방에서 합니다. 모이머는 링크 하나로 들어와 장소만 정하고 나갑니다. 새 메신저를 배우게 하지 않습니다.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10677" y="3803904"/>
            <a:ext cx="3076346" cy="512064"/>
          </a:xfrm>
          <a:prstGeom prst="roundRect">
            <a:avLst>
              <a:gd name="adj" fmla="val 16071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3829" y="3803904"/>
            <a:ext cx="29300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 → 지도 탭 → 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736592"/>
            <a:ext cx="11057839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93776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없이 홈에서 바로 맛볼 수 있습니다.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 2곳만 넣어도 중간지점이 나오고, 마음에 들면 그 출발지들을 그대로 들고 모임으로 넘어갑니다 — 가입은 그다음입니다.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흐름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링크를 받은 순간부터 모임 당일까지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645920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8096" y="188366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맛보기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212848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출발지를 넣으면 즉시 중간지점 1곳. 회원가입도 모임 생성도 필요 없습니다.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2788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13684" y="1481328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4852" y="1645920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4852" y="188366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만들기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4852" y="2212848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질문 하나를 먼저 — 동네까지만 정할지, 가게까지 정할지.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9544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0440" y="1481328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1608" y="1645920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61608" y="188366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링크로 들어와 구경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1608" y="2212848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폼이 아니라 지도가 먼저 뜹니다. 정보는 행동할 때 묻습니다.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96299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07195" y="1481328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08363" y="1645920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08363" y="188366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한 번 = 한 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08363" y="2212848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 자리가 가까운 역으로 정리되고 같은 곳끼리 합쳐집니다.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273552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" y="343814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" y="3675888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방장이 지역 확정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4005072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전원을 기다리지 않습니다. 후보가 부족하면 AI 추천 버튼.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02788" y="384962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13684" y="3273552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14852" y="343814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14852" y="3675888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700m 안 가게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14852" y="4005072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걸어갈 수 있는 거리로만. 카테고리 5종 · 후보 상한 5개.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9544" y="384962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60440" y="3273552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61608" y="343814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61608" y="3675888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→ 결과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61608" y="4005072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확정되면 각자 폰에 자기 경로. 1.8초마다 자동 동기화.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796299" y="384962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07195" y="3273552"/>
            <a:ext cx="2517572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308363" y="343814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08363" y="3675888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· 다음 모임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08363" y="4005072"/>
            <a:ext cx="2115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신호등 → 지난 모임 → 같은 멤버로 재모임.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4956048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157216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STEP 4 입니다.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서비스가 “검색해서 고르기”로 끝난다면, 모이머는 여기서 여러 사람의 의사를 한 화면에 모읍니다.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도는 화면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463040"/>
            <a:ext cx="1920240" cy="398678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1810512" cy="387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홈 — 출발지 4곳 → 중간지점 ‘왕십리’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33472" y="1463040"/>
            <a:ext cx="1920240" cy="398678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517904"/>
            <a:ext cx="1810512" cy="3877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33472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지도를 누르면 확인 후 등록 (1인 1개)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54880" y="1463040"/>
            <a:ext cx="1920240" cy="398678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517904"/>
            <a:ext cx="1810512" cy="3877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 — 투표로 함께 정했어요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7022592" y="1517904"/>
            <a:ext cx="4602175" cy="182880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242048" y="1719072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42048" y="17190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11개 중 9개 완성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7242048" y="2176272"/>
            <a:ext cx="41632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· 모임 탭 · 모임 생성 · 참여 · 지역(핑) · 지역 확정 · 지점 등록 · 지점 투표 · 결과 · 지난 모임 · 내정보 — 미구현은 0개이고, 2개가 부분 구현입니다.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022592" y="3529584"/>
            <a:ext cx="4602175" cy="1975104"/>
          </a:xfrm>
          <a:prstGeom prst="roundRect">
            <a:avLst>
              <a:gd name="adj" fmla="val 4630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242048" y="3730752"/>
            <a:ext cx="4163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뒤 노트북 1대 + 폰 3대로 실제 시연합니다.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242048" y="4242816"/>
            <a:ext cx="41632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사람이 지도를 누르면 나머지 3대 화면에 새로고침 없이 바로 뜹니다 — 그 장면이 이 서비스의 핵심입니다.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누르는 것이 곧 한 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5373472" cy="1353312"/>
          </a:xfrm>
          <a:prstGeom prst="roundRect">
            <a:avLst>
              <a:gd name="adj" fmla="val 6757"/>
            </a:avLst>
          </a:prstGeom>
          <a:solidFill>
            <a:srgbClr val="FFE4E9"/>
          </a:solidFill>
          <a:ln w="12700">
            <a:solidFill>
              <a:srgbClr val="FBC9D5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64208"/>
            <a:ext cx="9052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6420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방식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6384" y="2011680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등록 → 투표 시작 → 다시 투표 → 확정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304288"/>
            <a:ext cx="493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사람에게 “여기 찍어” 다음에 “이제 투표해”를 또 시킵니다. 두 번째가 무엇을 위한 절차인지 설명하기 어렵습니다.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99232"/>
            <a:ext cx="5373472" cy="1353312"/>
          </a:xfrm>
          <a:prstGeom prst="roundRect">
            <a:avLst>
              <a:gd name="adj" fmla="val 675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3163824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163824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3511296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누른다 → 많이 찍힌 곳이 1위 → 방장이 확정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3803904"/>
            <a:ext cx="493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단계가 하나 줄었습니다. 참여자는 안 찍어도 되고, 방장은 전원을 기다리지 않고 넘어갈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1296" y="1499616"/>
            <a:ext cx="5373472" cy="1792224"/>
          </a:xfrm>
          <a:prstGeom prst="roundRect">
            <a:avLst>
              <a:gd name="adj" fmla="val 510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0752" y="1682496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표가 갈리지 않게 하는 두 가지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0752" y="2029968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지하철역으로 묶습니다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1.2km 안에 역이 있으면 그 역 이름이 되고 핀도 역 위로 옮겨갑니다. “강남구에서 만나자”는 약속이 안 되지만 “강남역에서 만나자”는 약속이 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0752" y="2706624"/>
            <a:ext cx="493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곳은 하나로 합칩니다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같은 역을 누른 사람은 한 후보에 모입니다. 내 핑은 1개라 다른 곳을 누르면 그쪽으로 옮겨갑니다.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1296" y="3438144"/>
            <a:ext cx="5373472" cy="18288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0752" y="3621024"/>
            <a:ext cx="24505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0752" y="36210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검증 · 2026-08-11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70752" y="4005072"/>
            <a:ext cx="493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사람이 사당역 양쪽 200m 를 각각 눌렀을 때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후보 1개로 합쳐짐 · “사당역” · 2명 ✔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역이 없는 동네(봉담)를 눌렀을 때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“화성시 효행구” · 억지로 역을 붙이지 않음 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“공평함”을 한 줄로 정의했습니다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72768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= 최대 이동시간  +  사람 간 편차 × 0.8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정의는 코드 한 곳에만 있습니다 — 화면마다 다르게 계산되는 일이 없습니다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651760"/>
            <a:ext cx="5373472" cy="2651760"/>
          </a:xfrm>
          <a:prstGeom prst="roundRect">
            <a:avLst>
              <a:gd name="adj" fmla="val 3448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2834640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평균이 아니라 최악인가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3182112"/>
            <a:ext cx="493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평균을 쓰면 3명은 5분, 1명은 90분인 곳이 1위가 됩니다. 모임에서 실제로 문제가 되는 건 가장 오래 걸리는 사람입니다.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편차를 더한 것은 “다 같이 조금씩”을 “한 명만 많이”보다 낫게 보기 위해서입니다. 가중치 0.8 은 팀이 정한 값입니다.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1296" y="2651760"/>
            <a:ext cx="537347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0752" y="2834640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계산식보다 “후보 목록”이 문제였습니다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0752" y="3182112"/>
            <a:ext cx="493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노원+의정부 모임에 “종로3가”를 추천한 적이 있습니다. 계산은 정확했습니다. 손으로 고른 후보 28곳에 서울 북부가 통째로 비어 있던 것이 원인이었습니다.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0752" y="3950208"/>
            <a:ext cx="4934560" cy="749808"/>
          </a:xfrm>
          <a:prstGeom prst="roundRect">
            <a:avLst>
              <a:gd name="adj" fmla="val 12195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7056" y="4059936"/>
            <a:ext cx="464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종로3가   중심에서 14.8km · 최대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98분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도봉산역  중심에서  0.9km · 최대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32분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8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실제 정답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70752" y="4791456"/>
            <a:ext cx="493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없으면 아무리 좋아도 1위가 될 수 없습니다.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후보를 지도 API의 실제 지하철역으로 바꿨습니다.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값을 아는 척하지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API가 “82분 · 0원 · 환승 0회”라는 빈 응답을 줬는데 앱이 그대로 “실시간”이라고 적은 적이 있습니다.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뒤로 정직함을 코드가 강제하게 만들었습니다.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8096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“실시간”을 없앴다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시각을 API에 보내지 않으므로 실제 API 값도 실시간이 아닙니다. “경로 기준” / “거리 추정” 두 단어로 통일.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9968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1136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1136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01136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단위로 밝힌다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1136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3건 + 추정 1건이 섞여 넷 다 “실시간”이던 적이 있습니다. 이제 한 명이라도 추정이 섞이면 배지가 바뀝니다.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4176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4176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34176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별점을 지웠다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4176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데모용 4.3~4.7을 삭제하고 0 = “정보 없음”이라는 규약을 세웠습니다. 별이 없으면 안 그립니다.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6047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67215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7215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7215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직선은 직선이라 한다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67215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경로선이 직선 근사면 점선으로 그리고 그렇다고 적습니다. 결과 버튼도 “예약하기”가 아니라 “메뉴 보기”입니다.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352544"/>
            <a:ext cx="11057839" cy="1170432"/>
          </a:xfrm>
          <a:prstGeom prst="roundRect">
            <a:avLst>
              <a:gd name="adj" fmla="val 781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459028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하나도 없어도 전체 흐름이 끝까지 돕니다.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4종 모두 대체 동작이 있어 팀원이 키 없이 개발·시연할 수 있습니다. 다만 대체 동작으로 나온 값은 절대 실제인 척하지 않습니다 — 이 둘이 같이 지켜져야 의미가 있습니다.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만든 것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중간발표 시점 현황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558720" cy="1280160"/>
          </a:xfrm>
          <a:prstGeom prst="roundRect">
            <a:avLst>
              <a:gd name="adj" fmla="val 7143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645920"/>
            <a:ext cx="211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86384" y="217627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화면 중 완성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241401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2 · 미구현 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99968" y="1481328"/>
            <a:ext cx="2558720" cy="1280160"/>
          </a:xfrm>
          <a:prstGeom prst="roundRect">
            <a:avLst>
              <a:gd name="adj" fmla="val 7143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9424" y="1645920"/>
            <a:ext cx="211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9424" y="217627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자동 테스트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9424" y="241401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검사 305개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3008" y="1481328"/>
            <a:ext cx="2558720" cy="1280160"/>
          </a:xfrm>
          <a:prstGeom prst="roundRect">
            <a:avLst>
              <a:gd name="adj" fmla="val 7143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2464" y="1645920"/>
            <a:ext cx="211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52464" y="217627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동시 리허설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2464" y="241401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 15개 통과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6047" y="1481328"/>
            <a:ext cx="2558720" cy="1280160"/>
          </a:xfrm>
          <a:prstGeom prst="roundRect">
            <a:avLst>
              <a:gd name="adj" fmla="val 7143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5503" y="1645920"/>
            <a:ext cx="211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18,289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5503" y="217627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줄 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85503" y="241401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파일 92개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944368"/>
            <a:ext cx="5373472" cy="2377440"/>
          </a:xfrm>
          <a:prstGeom prst="roundRect">
            <a:avLst>
              <a:gd name="adj" fmla="val 3846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493008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생성 → 초대 링크 → 참여 → 지역 투표 → 확정 → 가게 투표 → 결과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구간 완주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931920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4명이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눌러도 표가 유실되지 않음 (실기기 4대 검증)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370832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지도·경로 API 키가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없어도 전체 흐름 동작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809744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당일 도착 신호등 · 지난 모임 ·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멤버로 재모임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51296" y="2944368"/>
            <a:ext cx="5373472" cy="2377440"/>
          </a:xfrm>
          <a:prstGeom prst="roundRect">
            <a:avLst>
              <a:gd name="adj" fmla="val 3846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90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아직인 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9040" y="3493008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‘카카오톡 알리기’가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 한 곳에만 (이벤트마다 상시화 필요)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89040" y="3931920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생성 시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로그인 필수화 미적용 — 지금은 이름만 있으면 생성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89040" y="4370832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이동수단 2종 →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 확장은 최종발표 이후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89040" y="4809744"/>
            <a:ext cx="489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앱 포장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(PWA → APK) 리허설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 8/21(금) 까지 일주일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78682" cy="3108960"/>
          </a:xfrm>
          <a:prstGeom prst="roundRect">
            <a:avLst>
              <a:gd name="adj" fmla="val 2941"/>
            </a:avLst>
          </a:prstGeom>
          <a:solidFill>
            <a:srgbClr val="FFE4E9"/>
          </a:solidFill>
          <a:ln w="12700">
            <a:solidFill>
              <a:srgbClr val="FBC9D5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55648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5564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· 반드시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발표장 환경에서 지도·로그인 키 등록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IP가 바뀌면 둘 다 무효가 됩니다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3017520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실기기 4대로 사람 손으로 완주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리허설은 통과 — 실제 터치·네트워크는 다릅니다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6506" y="1554480"/>
            <a:ext cx="3478682" cy="3108960"/>
          </a:xfrm>
          <a:prstGeom prst="roundRect">
            <a:avLst>
              <a:gd name="adj" fmla="val 294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5962" y="175564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5962" y="17556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마무리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5962" y="2231136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알리기 상시화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확정·투표 시작 때도 단톡방에 알림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5962" y="3017520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생성 시 로그인 필수화</a:t>
            </a:r>
            <a:pPr indent="0" marL="0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5962" y="3803904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추천을 ‘팔레트’로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추천은 제안이지 결정이 아니므로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46085" y="1554480"/>
            <a:ext cx="3478682" cy="3108960"/>
          </a:xfrm>
          <a:prstGeom prst="roundRect">
            <a:avLst>
              <a:gd name="adj" fmla="val 2941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5541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5541" y="1755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 목표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65541" y="2231136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화면 11/11 완성</a:t>
            </a:r>
            <a:pPr indent="0" marL="0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5541" y="3017520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APK 로 포장해 시연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폰에 설치된 상태로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5541" y="3803904"/>
            <a:ext cx="30397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규칙상 그날 1.0.0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0.2.0 — 발표일에 딱 한 번 올립니다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846320"/>
            <a:ext cx="11057839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02920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 중간발표 8/14 (금)</a:t>
            </a:r>
            <a:pPr algn="ctr" indent="0" marL="0">
              <a:buNone/>
            </a:pPr>
            <a:r>
              <a:rPr lang="en-US" sz="12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──────────  일주일  ──────────     </a:t>
            </a:r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 8/21 (금) · v1.0.0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1828800" y="2834640"/>
            <a:ext cx="10058400" cy="8229600"/>
          </a:xfrm>
          <a:prstGeom prst="roundRect">
            <a:avLst>
              <a:gd name="adj" fmla="val 5556"/>
            </a:avLst>
          </a:prstGeom>
          <a:solidFill>
            <a:srgbClr val="1B3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5669280" y="4206240"/>
            <a:ext cx="9144000" cy="7315200"/>
          </a:xfrm>
          <a:prstGeom prst="roundRect">
            <a:avLst>
              <a:gd name="adj" fmla="val 6250"/>
            </a:avLst>
          </a:prstGeom>
          <a:solidFill>
            <a:srgbClr val="2F6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737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A8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22402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“어디서 만날까?”에 답을 내는 데 3분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출발지를 넣고 · 지도를 한 번 누르고 · 방장이 확정한다.</a:t>
            </a:r>
            <a:endParaRPr lang="en-US" sz="15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사이의 모든 계산과 합의 절차를 모이머가 맡습니다.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75608" y="4114800"/>
            <a:ext cx="2185416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5608" y="411480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시연 가능합니다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25616" y="4114800"/>
            <a:ext cx="10744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5616" y="4114800"/>
            <a:ext cx="10744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환영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브레인 스파크 · 최병현 · 김유환 · 양성은 · 신동원   |   멘토 최종원</a:t>
            </a:r>
            <a:endParaRPr lang="en-US" sz="11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상세는 뒤에 부록으로 준비했습니다 — 질문 주시면 그쪽을 보여드리겠습니다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916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Appendix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23744"/>
            <a:ext cx="12191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본편에서는 무엇을 왜 만들었는지를 말씀드렸습니다.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여기서부터는 어떻게 만들었고 어떻게 검증했는지입니다 — 질문 주시면 펼치겠습니다.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55648" y="4261104"/>
            <a:ext cx="15681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4261104"/>
            <a:ext cx="1568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기술 구조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06724" y="4261104"/>
            <a:ext cx="15681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6724" y="4261104"/>
            <a:ext cx="1568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검증 체계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57800" y="4261104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426110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18·19. 겪은 문제와 해결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72984" y="4261104"/>
            <a:ext cx="23088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2984" y="4261104"/>
            <a:ext cx="2308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 피드백 반영 · 한계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기술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단순하게 — 대신 규칙을 지킵니다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73472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17904" y="201168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 App Router · TypeScript · 순수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231343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77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17904" y="237744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useState + 1.8초 폴링 (상태관리 라이브러리 없음)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267919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43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17904" y="274320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API Routes · 창구 1곳으로 동작 29종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" y="304495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1089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17904" y="310896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Neon PostgreSQL · 키 없으면 인메모리로 자동 전환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341071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74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17904" y="347472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카카오맵/로컬 · ODsay(대중교통) · TMAP(자차)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377647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40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17904" y="384048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→ 안드로이드 APK (웹앱이 그대로 앱이 됩니다)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1296" y="1481328"/>
            <a:ext cx="5373472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89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지켜야 살아남는 규칙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89040" y="2048256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DB를 직접 부르지 않는다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항상 서버 창구를 거친다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89040" y="2615184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단위를 쪼갠다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모임 / 참가자 / 표 한 장 — 한 행에 담으면 동시 투표에 표가 사라진다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89040" y="3182112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성공값만 캐시한다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폴백을 캐시하면 나중에 키를 넣어도 계속 가짜가 나온다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89040" y="3749040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중인 기능은 스위치 뒤에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절반만 된 상태로 합쳐도 남의 화면이 안 깨진다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389120"/>
            <a:ext cx="11057839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608576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 —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파일 10개는 통합 담당자 소유(GitHub이 리뷰를 강제). 한 파일 400줄 상한. 기능 스위치는 상수가 아니라 환경변수로 — 브랜치마다 값이 달라지면 합칠 때마다 그 줄에서 충돌납니다.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검증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“빌드가 통과했다”를 믿지 않습니다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FE4E9"/>
          </a:solidFill>
          <a:ln w="12700">
            <a:solidFill>
              <a:srgbClr val="FBC9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5448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타입검사도 빌드도 통과했는데 모임 화면이 통째로 하얗게 뜬 적이 있습니다.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사고 하나가 저희 검증 원칙 “눈 · 버튼 · 로그 3관점”을 만들었습니다.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04288"/>
            <a:ext cx="3478682" cy="2212848"/>
          </a:xfrm>
          <a:prstGeom prst="roundRect">
            <a:avLst>
              <a:gd name="adj" fmla="val 413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4871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287121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전 관문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3200400"/>
            <a:ext cx="30397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타입검사 → 빌드 → 실제 브라우저로 클릭. 개발 서버가 아니라 빌드 결과물을 띄웁니다.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4041648"/>
            <a:ext cx="3039770" cy="329184"/>
          </a:xfrm>
          <a:prstGeom prst="roundRect">
            <a:avLst>
              <a:gd name="adj" fmla="val 22222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041648"/>
            <a:ext cx="3039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78개 · 조건 검사 305개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56506" y="2304288"/>
            <a:ext cx="3478682" cy="2212848"/>
          </a:xfrm>
          <a:prstGeom prst="roundRect">
            <a:avLst>
              <a:gd name="adj" fmla="val 413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962" y="24871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5962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5962" y="287121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CI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5962" y="3200400"/>
            <a:ext cx="30397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PR마다 스위치 끈 판 / 켠 판 2벌. 안 돌려보는 기능은 “켤 수 있어 보이는 죽은 코드”입니다. 키를 일부러 안 넣습니다.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5962" y="4041648"/>
            <a:ext cx="3039770" cy="329184"/>
          </a:xfrm>
          <a:prstGeom prst="roundRect">
            <a:avLst>
              <a:gd name="adj" fmla="val 22222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5962" y="4041648"/>
            <a:ext cx="3039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1건당 테스트 156회 실행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46085" y="2304288"/>
            <a:ext cx="3478682" cy="2212848"/>
          </a:xfrm>
          <a:prstGeom prst="roundRect">
            <a:avLst>
              <a:gd name="adj" fmla="val 413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65541" y="24871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5541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3층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65541" y="287121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기기 리허설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5541" y="3200400"/>
            <a:ext cx="30397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4개를 독립된 기기로 띄워 발표 시나리오를 통째로 리허설. “4명이 각자 등록됐는가”를 셉니다.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65541" y="4041648"/>
            <a:ext cx="3039770" cy="329184"/>
          </a:xfrm>
          <a:prstGeom prst="roundRect">
            <a:avLst>
              <a:gd name="adj" fmla="val 22222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5541" y="4041648"/>
            <a:ext cx="3039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 15개 · 스크린샷 16장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736592"/>
            <a:ext cx="5373472" cy="841248"/>
          </a:xfrm>
          <a:prstGeom prst="roundRect">
            <a:avLst>
              <a:gd name="adj" fmla="val 1087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882896"/>
            <a:ext cx="48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검증이 정말 잡는지도 확인했습니다.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화면을 깨뜨리고 돌린 출력이 문서에 남아 있습니다 — “빌드 통과 / 브라우저 테스트만 실패”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51296" y="4736592"/>
            <a:ext cx="5373472" cy="841248"/>
          </a:xfrm>
          <a:prstGeom prst="roundRect">
            <a:avLst>
              <a:gd name="adj" fmla="val 1087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9040" y="4882896"/>
            <a:ext cx="48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설계서가 곧 테스트 목록입니다.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문서의 조항 번호를 테스트 이름에 그대로 달았습니다 — “§4-⑤ 정원 8명, 9번째는 입장 거부”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겪은 문제 → 해결 (1/2)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버그가 규칙을 만들었습니다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66420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4명이 동시에 투표하면 표가 조용히 사라졌다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201168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사람이 같은 순간에 투표하면 나중에 저장된 쪽이 앞선 쪽을 통째로 덮어썼습니다.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정보를 DB 한 행에 통째로 담았습니다.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단위를 모임 / 참가자 / 표 한 장 셋으로 쪼개고 “1인 1표”를 DB 기본키가 강제하게 했습니다. 테스트가 전부 “한 명이 순서대로”만 봤다는 것도 드러나 4명이 동시에 쏘는 테스트를 따로 만들었습니다.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89864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09981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308152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지도가 안 뜨는 팀원 폰에서는 참여 자체가 막다른 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3584" y="342900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SDK 로드가 실패한 기기에서는 “지도를 탭해 핑 찍기”가 불가능해 참여할 방법이 아예 없었습니다.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후보를 자동으로 깔아 줘서 그 사실이 가려져 있었습니다.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지도에서 누른 자리를 좌표로 되돌리는 역함수를 만들어 SDK 없이도 핑을 찍게 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51713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3584" y="449884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늦게 들어온 사람만 계속 “이동시간 없음”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" y="484632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리허설에서 4대로 돌리니 늦게 합류한 사람의 계산이 끝나지 않았습니다.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API를 아끼려 250ms 간격 대기열을 뒀는데 기기마다 재계산을 요청했습니다 (후보3 × 인원4 × 기기4 = 48건 → 12초 이상).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구간은 한 번만 계산해 결과를 같이 쓰고, 재계산 요청은 방장 화면만 보냅니다. 이 버그는 브라우저 4개를 동시에 띄워야만 재현됐습니다.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겪은 문제 → 해결 (2/2)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“기능이 되는가”와 “여럿이 써도 되는가”는 다른 질문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66420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빌드도 타입검사도 통과했는데 화면이 안 그려졌다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201168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상세 화면이 하얗게 떴습니다. 자동 검사는 둘 다 “이상 없음”이었습니다.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훅을 조건부 return 아래에 뒀습니다. 문법도 타입도 맞지만 화면이 안 나옵니다.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문서 3곳에 못 박고 도구가 잡게 했습니다. 실제 브라우저 테스트를 커밋 관문에 넣고, 일부러 깨뜨려 그 테스트가 잡는 것까지 확인했습니다.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89864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09981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308152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멀면 중간지점이 충북 산속으로 갔다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3584" y="342900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7명 + 부산 1명으로 계산하니 중간지점이 서울에서 41km 남쪽 충북 산속으로 잡혔습니다.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좌표를 평균 낸 무게중심을 썼습니다. 평균은 거리의 제곱 합을 줄여 멀리 있는 한 명의 영향이 과도해집니다.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거리의 합을 최소화하는 기하 중앙값으로 바꿔 서울 2km 지점. 중간지점은 답이 아니라 “이 근처 역을 찾아 달라”는 검색 중심이라 더 치명적이었습니다.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51713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3584" y="449884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역인데 후보가 둘로 갈릴 뻔했다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" y="484632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API는 같은 역을 노선마다 따로 줍니다 — “사당역 2호선” / “사당역 4호선”.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병합은 이름 일치로 판정하므로 그대로 두면 표를 모으려던 기능이 표를 쪼갭니다.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노선 꼬리를 떼는 정리를 넣고, 키가 있는 기계에서만 검증되는 계약이라 전용 점검 스크립트를 따로 만들어 확인했습니다.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피드백 반영과 한계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지적받은 것 · 아직 못 한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5373472" cy="3383280"/>
          </a:xfrm>
          <a:prstGeom prst="roundRect">
            <a:avLst>
              <a:gd name="adj" fmla="val 270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078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8/6 반영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39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역할 분리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2139696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“누가 무엇을 할 수 있는가”를 표 한 곳으로 (8개 파일 39군데 → 1곳)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523744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핑 = 투표 통합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78608" y="2578608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지역이 한 칸으로 줄었습니다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2962656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지하철역 묶기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3017520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스위치로 제공 · 실 키 검증 완료(8/11)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3401568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456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순서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3456432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열면 지도가 먼저 · 누를 때 정보 수집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" y="3840480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95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결과에서 안 끝나게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3895344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 / 재투표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" y="427939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버튼으로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78608" y="4334256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채움 철거 — 사람이 찍은 핑과 방장 버튼으로만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1296" y="1499616"/>
            <a:ext cx="5373472" cy="3383280"/>
          </a:xfrm>
          <a:prstGeom prst="roundRect">
            <a:avLst>
              <a:gd name="adj" fmla="val 270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89040" y="1700784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17007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한계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89040" y="2139696"/>
            <a:ext cx="489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실환경 검증이 덜 끝났습니다.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 환경에는 키가 없어 이동시간이 전부 “거리 추정”으로 나옵니다. 키가 있는 기계에서만 확인되는 계약도 있어 자동 검사가 대신 지켜 주지 못하는 부분이 남아 있습니다.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89040" y="2980944"/>
            <a:ext cx="489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정한 규칙을 못 지킨 곳이 있습니다.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파일 400줄 상한을 정했는데 8개 파일이 이를 넘었습니다(가장 큰 것 1,799줄).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89040" y="3822192"/>
            <a:ext cx="489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남기는 규칙은 지켰지만 갱신하는 규칙은 놓쳤습니다.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메모에 이미 끝난 항목이 아직 “안 함”으로 적혀 있는 것을 이번에 발견했습니다.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029200"/>
            <a:ext cx="11057839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175504"/>
            <a:ext cx="105091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슬라이드를 넣은 이유 —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이 프로젝트에서 배운 가장 큰 것이 “되는 것처럼 보이는 것”과 “되는 것”은 다르다는 점이라, 발표 자료에서도 같은 기준을 지키는 것이 맞다고 판단했습니다.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모이머 — 중간발표</dc:title>
  <dc:subject>PptxGenJS Presentation</dc:subject>
  <dc:creator>브레인 스파크</dc:creator>
  <cp:lastModifiedBy>브레인 스파크</cp:lastModifiedBy>
  <cp:revision>1</cp:revision>
  <dcterms:created xsi:type="dcterms:W3CDTF">2026-08-11T02:32:16Z</dcterms:created>
  <dcterms:modified xsi:type="dcterms:W3CDTF">2026-08-11T02:32:16Z</dcterms:modified>
</cp:coreProperties>
</file>