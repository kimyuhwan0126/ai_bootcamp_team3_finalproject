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모이머 중간발표입니다. 한 문장으로 하면 — 여럿이 각자 다른 곳에서 출발할 때, 아무도 혼자 크게 손해보지 않는 만남 장소를 함께 정하는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장소를 못 찾는 게 아니라, 여럿이 합의를 못 한다는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사진은 지도 키가 없는 환경에서 찍은 것이라 지도 자리가 대체 화면입니다. 실 시연에서는 카카오 지도가 그대로 뜹니다 — 키 없이도 전체 흐름이 도는 것이 우리 규칙이고, 그 규칙 덕분에 팀원이 키 없이 개발할 수 있습니다. 발표 노트북에서 npm run shots 를 돌리면 실제 지도가 담긴 사진으로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시연으로 넘어갑니다 — 노트북 1대와 폰 3대로 실제 모임을 만들어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828800" y="2834640"/>
            <a:ext cx="10058400" cy="8229600"/>
          </a:xfrm>
          <a:prstGeom prst="roundRect">
            <a:avLst>
              <a:gd name="adj" fmla="val 5556"/>
            </a:avLst>
          </a:prstGeom>
          <a:solidFill>
            <a:srgbClr val="1B3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5669280" y="4206240"/>
            <a:ext cx="9144000" cy="7315200"/>
          </a:xfrm>
          <a:prstGeom prst="roundRect">
            <a:avLst>
              <a:gd name="adj" fmla="val 6250"/>
            </a:avLst>
          </a:prstGeom>
          <a:solidFill>
            <a:srgbClr val="2F6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417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부트캠프 · 3팀 중간발표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04088" y="2880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곳에서 출발하는 사람들이 아무도 혼자 크게 손해보지 않는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만남 장소를, 지도를 한 번 누르는 것만으로 함께 정하는 서비스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" y="3977640"/>
            <a:ext cx="322326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977640"/>
            <a:ext cx="3223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· TypeScript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73652" y="3977640"/>
            <a:ext cx="223570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3652" y="3977640"/>
            <a:ext cx="2235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Neon PostgreSQL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55664" y="3977640"/>
            <a:ext cx="2729484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3977640"/>
            <a:ext cx="27294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· ODsay · TMAP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11개 중 9개 완성  ·  브라우저 자동 테스트 78개가 지킨다  ·  v0.2.0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만날까?” 가 제일 오래 걸린다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51834" cy="2148840"/>
          </a:xfrm>
          <a:prstGeom prst="roundRect">
            <a:avLst>
              <a:gd name="adj" fmla="val 425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157984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결론이 안 난다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523744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단톡방에서 “아무데나”와 “거기 멀지 않아?”가 반복된다. 정하는 사람만 피곤하고, 결국 늘 같은 곳으로 간다.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9930" y="1481328"/>
            <a:ext cx="3551834" cy="2148840"/>
          </a:xfrm>
          <a:prstGeom prst="roundRect">
            <a:avLst>
              <a:gd name="adj" fmla="val 425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7674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7674" y="2157984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누군가는 항상 손해본다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7674" y="2523744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“중간”을 눈대중으로 잡으면 제일 멀리 사는 한 명이 매번 1시간을 더 쓴다. 그 사실이 숫자로 보이지 않는다.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2933" y="1481328"/>
            <a:ext cx="3551834" cy="2148840"/>
          </a:xfrm>
          <a:prstGeom prst="roundRect">
            <a:avLst>
              <a:gd name="adj" fmla="val 425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0677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🗳️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10677" y="2157984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투표해도 표가 흩어진다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10677" y="2523744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이름으로 제안하니 “강남”과 “강남역”과 “역삼”이 서로 다른 후보가 된다.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11057839" cy="1234440"/>
          </a:xfrm>
          <a:prstGeom prst="roundRect">
            <a:avLst>
              <a:gd name="adj" fmla="val 7407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133088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푸는 것은 “지도 검색”이 아니라 “합의”다.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장소를 찾아 주는 서비스는 이미 많다. 모이머는 여러 명이 각자 다른 곳에서 출발할 때 공평한 곳을 함께 고르는 절차를 만든다.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출발지만 넣으면, 나머지는 지도를 누르는 것으로 끝난다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공평함을 숫자로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후보에 대해 가장 오래 걸리는 사람의 시간과 사람 간 편차를 계산해 보여준다. 평균이 아니라 최악을 본다 — 평균이면 3명 만족·1명 지옥인 곳이 1위가 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803904"/>
            <a:ext cx="3076346" cy="548640"/>
          </a:xfrm>
          <a:prstGeom prst="roundRect">
            <a:avLst>
              <a:gd name="adj" fmla="val 15000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877056"/>
            <a:ext cx="28934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= 최대 이동시간 + 편차 × 0.8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9930" y="1481328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7674" y="1700784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7674" y="170078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지도 한 번 = 한 표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7674" y="2157984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“후보 등록 → 다시 투표”를 한 단계로 합쳤다. 누르면 가까운 지하철역으로 정리되고, 같은 곳을 누른 사람끼리 자동으로 하나로 합쳐진다. 1인 1개.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7674" y="3803904"/>
            <a:ext cx="3076346" cy="548640"/>
          </a:xfrm>
          <a:prstGeom prst="roundRect">
            <a:avLst>
              <a:gd name="adj" fmla="val 15000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9114" y="3877056"/>
            <a:ext cx="28934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“누른 것이 곧 한 표예요”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72933" y="1481328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0677" y="1700784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0677" y="170078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카톡을 대체하지 않는다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10677" y="2157984"/>
            <a:ext cx="30763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원래 쓰던 단톡방에서 한다. 모이머는 링크 하나로 들어와 장소만 정하고 나간다. 앱 안 채팅은 만들어 두고 꺼 뒀다.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10677" y="3803904"/>
            <a:ext cx="3076346" cy="548640"/>
          </a:xfrm>
          <a:prstGeom prst="roundRect">
            <a:avLst>
              <a:gd name="adj" fmla="val 15000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2117" y="3877056"/>
            <a:ext cx="28934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 → 지도 탭 → 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773168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992624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없이 홈에서 바로 맛볼 수 있다.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2곳만 넣어도 중간지점이 나오고, 마음에 들면 그 출발지들을 그대로 들고 모임으로 넘어간다.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밟는 8단계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0078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1938528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맛보기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넣으면 즉시 중간지점 1곳. 회원가입도 모임 생성도 필요 없다.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2788" y="21214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13684" y="1517904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4852" y="170078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4852" y="1938528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만들기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4852" y="2286000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질문 하나를 먼저 — 동네까지만 정할지, 가게까지 정할지.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9544" y="21214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0440" y="1517904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170078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61608" y="1938528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링크로 들어와 구경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1608" y="2286000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폼이 아니라 지도가 먼저 뜬다. 정보는 행동할 때 묻는다.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96299" y="21214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07195" y="1517904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08363" y="1700784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08363" y="1938528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한 번 = 한 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8363" y="2286000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자리가 가까운 역으로 정리되고 같은 곳끼리 합쳐진다.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401568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" y="3584448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" y="3822192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방장이 지역 확정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169664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기다리지 않는다. 후보가 부족하면 AI 추천 버튼.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2788" y="400507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13684" y="3401568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14852" y="3584448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14852" y="3822192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700m 안 가게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14852" y="4169664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수 있는 거리로만. 카테고리 5종 · 후보 상한 5개.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9544" y="400507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60440" y="3401568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61608" y="3584448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61608" y="3822192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→ 결과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61608" y="4169664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확정되면 각자 폰에 자기 경로. 1.8초마다 자동 동기화.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796299" y="400507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07195" y="3401568"/>
            <a:ext cx="251757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08363" y="3584448"/>
            <a:ext cx="2115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spc="8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08363" y="3822192"/>
            <a:ext cx="2115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· 다음 모임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08363" y="4169664"/>
            <a:ext cx="21152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신호등 → 지난 모임 → 같은 멤버로 재모임.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285232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468112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문구 그대로 —  “어디쯤에서 볼까요?”  ·  “누른 것이 곧 한 표예요”  ·  “구경 중이에요 — 누르면 참여까지 한 번에 끝나요”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도는 화면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17904"/>
            <a:ext cx="1810512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홈 — 출발지 4곳 → 중간지점 ‘왕십리’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33472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88336" y="1517904"/>
            <a:ext cx="1810512" cy="3877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33472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지도를 누르면 확인 후 등록 (1인 1개)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1463040"/>
            <a:ext cx="1920240" cy="398678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9744" y="1517904"/>
            <a:ext cx="1810512" cy="3877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 — 투표로 함께 정했어요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7022592" y="1517904"/>
            <a:ext cx="4602175" cy="182880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242048" y="171907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42048" y="17190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11개 중 9개 완성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242048" y="2176272"/>
            <a:ext cx="41632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모임 탭 · 모임 생성 · 참여 · 지역(핑) · 지역 확정 · 지점 등록 · 지점 투표 · 결과 · 지난 모임 · 내정보 — 미구현은 0개이고, 2개가 부분 구현이다.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022592" y="3529584"/>
            <a:ext cx="4602175" cy="1975104"/>
          </a:xfrm>
          <a:prstGeom prst="roundRect">
            <a:avLst>
              <a:gd name="adj" fmla="val 4630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242048" y="3730752"/>
            <a:ext cx="4163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발표에서는 노트북 1대 + 팀원 폰 3대로 실제 시연합니다.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242048" y="4242816"/>
            <a:ext cx="41632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사람이 지도를 누르면 나머지 3대 화면에 새로고침 없이 바로 뜹니다 — 그 장면이 이 서비스의 핵심입니다.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누르는 것이 곧 한 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459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459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1993392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등록 → 방장이 투표 시작 → 다시 투표 → 확정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86000"/>
            <a:ext cx="493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사람에게 “여기 찍어” 다음에 “이제 투표해”를 또 시킨다. 두 번째가 무엇을 위한 절차인지 설명하기 어렵다.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09067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3438144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누른다 → 많이 찍힌 곳이 1위 → 방장이 확정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3730752"/>
            <a:ext cx="493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하나 줄었다. 참여자는 안 찍어도 되고, 방장은 전원을 기다리지 않고 넘어갈 수 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70832"/>
            <a:ext cx="5373472" cy="932688"/>
          </a:xfrm>
          <a:prstGeom prst="roundRect">
            <a:avLst>
              <a:gd name="adj" fmla="val 9804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5424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2026-08-06 §2 — “지역 투표 단계를 별도로 두지 않고 핑 등록 = 투표로 통합 가능. 많이 찍힌 곳이 자동으로 지역으로 선정되는 방식.”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1296" y="1481328"/>
            <a:ext cx="5373472" cy="1755648"/>
          </a:xfrm>
          <a:prstGeom prst="roundRect">
            <a:avLst>
              <a:gd name="adj" fmla="val 520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0752" y="1664208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표가 갈리지 않게 하는 두 가지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0752" y="2011680"/>
            <a:ext cx="493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지하철역으로 묶는다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1.2km 안에 역이 있으면 그 역 이름이 되고 핀도 역 위로 옮겨간다. “강남구에서 만나자”는 약속이 안 되지만 “강남역에서 만나자”는 약속이 된다.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0752" y="2651760"/>
            <a:ext cx="493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곳은 하나로 합친다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같은 역을 누른 사람은 한 후보에 모인다. 내 핑은 1개라 다른 곳을 누르면 그쪽으로 옮겨간다.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1296" y="3383280"/>
            <a:ext cx="5373472" cy="192024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0752" y="35661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075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키 검증 통과 · 2026-08-11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70752" y="3968496"/>
            <a:ext cx="493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서쪽 37.477,126.979 → “사당역”
동쪽 37.476,126.984 → “사당역”
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두 사람이 한 후보로 합쳐짐 — “사당역” · 2명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봉담 37.212,126.970 → “화성시 효행구”
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역 없는 동네는 억지로 역을 붙이지 않음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“공평함”을 한 줄로 정의했다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72768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= 최대 이동시간  +  사람 간 편차 × 0.8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정의는 파일 한 곳에만 있다 — 화면마다 다르게 계산되는 일이 없다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615184"/>
            <a:ext cx="5373472" cy="1298448"/>
          </a:xfrm>
          <a:prstGeom prst="roundRect">
            <a:avLst>
              <a:gd name="adj" fmla="val 704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277977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평균이 아니라 최악인가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3108960"/>
            <a:ext cx="493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평균을 쓰면 3명은 5분, 1명은 90분인 곳이 1위가 된다. 모임에서 실제로 문제가 되는 건 가장 오래 걸리는 사람이다. 편차를 더한 것은 “다 같이 조금씩”을 “한 명만 많이”보다 낫게 보기 위해서다.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059936"/>
            <a:ext cx="5373472" cy="1481328"/>
          </a:xfrm>
          <a:prstGeom prst="roundRect">
            <a:avLst>
              <a:gd name="adj" fmla="val 617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4224528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멀면 중심이 산속으로 간다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4553712"/>
            <a:ext cx="493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평균 내면 멀리 있는 한 명이 전체를 끌고 간다. 서울 7명 + 부산 1명에서 평균은 서울 41km 남쪽 충북 산속. 거리의 합을 최소화하는 기하 중앙값으로 바꾸니 서울 2km 지점.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1296" y="2615184"/>
            <a:ext cx="537347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0752" y="277977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계산식보다 “후보 목록”이 문제였다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0752" y="3108960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노원+의정부 모임에 “종로3가”를 추천한 적이 있다. 계산은 정확했다. 손으로 고른 후보 28곳에 서울 북부가 통째로 비어 있었던 것이 원인이다.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0752" y="3840480"/>
            <a:ext cx="4934560" cy="786384"/>
          </a:xfrm>
          <a:prstGeom prst="roundRect">
            <a:avLst>
              <a:gd name="adj" fmla="val 11628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7056" y="3968496"/>
            <a:ext cx="464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종로3가   중심에서 14.8km · 최대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98분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도봉산역  중심에서  0.9km · 최대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32분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실제 정답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0752" y="4736592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아무리 좋아도 1위가 될 수 없다.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후보를 카카오 지하철역 검색으로 실시간 확보하고, 손으로 고른 28곳은 지우지 않고 폴백으로 강등했다.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값을 아는 척하지 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API가 “82분 · 0원 · 환승 0회”라는 빈 껍데기를 줬는데 앱이 그대로 “실시간”이라고 적은 적이 있다.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뒤로 정직함을 코드가 강제하게 만들었다.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“실시간”을 없앴다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시각을 API에 보내지 않으므로 실제 API 값도 실시간이 아니다. “경로 기준” / “거리 추정” 두 단어로 통일.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996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113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113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0113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단위로 밝힌다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113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3건 + 추정 1건이 섞여 넷 다 “실시간”이던 적이 있다. 이제 한 명이라도 추정이 섞이면 배지가 바뀐다.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4176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4176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34176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별점을 지웠다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4176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데모용 4.3~4.7을 삭제하고 0 = “정보 없음”이라는 규약을 세웠다. 별이 없으면 안 그린다.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6047" y="1847088"/>
            <a:ext cx="2558720" cy="22860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67215" y="204825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7215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7215" y="246888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직선은 직선이라 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7215" y="3054096"/>
            <a:ext cx="2156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지도의 경로선이 직선 근사면 점선으로 그리고 그렇다고 적는다. 결과 버튼도 “예약하기”가 아니라 “메뉴 보기”다.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352544"/>
            <a:ext cx="11057839" cy="1170432"/>
          </a:xfrm>
          <a:prstGeom prst="roundRect">
            <a:avLst>
              <a:gd name="adj" fmla="val 781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459028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하나도 없어도 전체 흐름이 끝까지 돈다.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 모두 대체 동작을 갖고 있어 팀원은 키 없이 개발·시연할 수 있다. 다만 대체 동작으로 나온 값은 절대 실제인 척하지 않는다 — 이 두 가지가 같이 지켜져야 의미가 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단순하게 — 대신 규칙을 지킨다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73472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17904" y="201168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App Router · TypeScript · 순수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231343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77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904" y="237744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useState + 1.8초 폴링 (상태관리 라이브러리 없음)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43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17904" y="274320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API Routes · 창구 1곳으로 동작 29종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304495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08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17904" y="310896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Neon PostgreSQL · 키 없으면 인메모리로 자동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341071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74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17904" y="347472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카카오맵/로컬 · ODsay(대중교통) · TMAP(자차)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3776472"/>
            <a:ext cx="4897984" cy="0"/>
          </a:xfrm>
          <a:prstGeom prst="line">
            <a:avLst/>
          </a:prstGeom>
          <a:noFill/>
          <a:ln w="9525">
            <a:solidFill>
              <a:srgbClr val="DB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40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17904" y="384048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→ 안드로이드 APK (웹앱이 그대로 앱이 된다)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1296" y="1481328"/>
            <a:ext cx="5373472" cy="274320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8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 살아남는 규칙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89040" y="2048256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DB를 직접 부르지 않는다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항상 서버 창구를 거친다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9040" y="2615184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쪼갠다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모임 / 참가자 / 표 한 장 — 한 행에 담으면 동시 투표에 표가 사라진다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89040" y="3182112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성공값만 캐시한다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폴백을 캐시하면 나중에 키를 넣어도 계속 가짜가 나온다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89040" y="3749040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중인 기능은 스위치 뒤에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절반만 된 상태로 합쳐도 남의 화면이 안 깨진다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389120"/>
            <a:ext cx="11057839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608576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 —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파일 10개는 통합 담당자 소유(GitHub이 리뷰를 강제). 한 파일 400줄 상한. 기능 스위치는 상수가 아니라 환경변수로 — 브랜치마다 값이 달라지면 합칠 때마다 그 줄에서 충돌난다.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“빌드가 통과했다”를 믿지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5448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타입검사도 빌드도 통과했는데 모임 화면이 통째로 하얗게 뜬 적이 있다.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사고 하나가 이 프로젝트의 검증 원칙 “눈 · 버튼 · 로그 3관점”을 만들었다.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run verify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 → 빌드 → 실제 브라우저로 클릭. 커밋 전 관문. 개발 서버가 아니라 빌드 결과물을 띄운다.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78개 · 조건 검사 305개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56506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962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5962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5962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5962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PR마다 스위치 끈 판 / 켠 판 2벌. 안 돌려보는 기능은 “켤 수 있어 보이는 죽은 코드”다. 키를 일부러 안 넣는다.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5962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5962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1건당 테스트 156회 실행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46085" y="2304288"/>
            <a:ext cx="3478682" cy="2212848"/>
          </a:xfrm>
          <a:prstGeom prst="roundRect">
            <a:avLst>
              <a:gd name="adj" fmla="val 4132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5541" y="24871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5541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65541" y="287121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check:devices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5541" y="3200400"/>
            <a:ext cx="30397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4개를 독립된 기기로 띄워 발표 시나리오를 통째로 리허설. “4명이 각자 등록됐는가”를 센다.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65541" y="4041648"/>
            <a:ext cx="3039770" cy="329184"/>
          </a:xfrm>
          <a:prstGeom prst="roundRect">
            <a:avLst>
              <a:gd name="adj" fmla="val 22222"/>
            </a:avLst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5541" y="4041648"/>
            <a:ext cx="303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15개 · 스크린샷 16장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736592"/>
            <a:ext cx="5373472" cy="841248"/>
          </a:xfrm>
          <a:prstGeom prst="roundRect">
            <a:avLst>
              <a:gd name="adj" fmla="val 1087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882896"/>
            <a:ext cx="48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검증이 정말 잡는지도 확인했다.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화면을 깨뜨리고 돌린 출력이 문서에 남아 있다 — “빌드 통과 / 브라우저 테스트만 실패”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1296" y="4736592"/>
            <a:ext cx="5373472" cy="841248"/>
          </a:xfrm>
          <a:prstGeom prst="roundRect">
            <a:avLst>
              <a:gd name="adj" fmla="val 1087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9040" y="4882896"/>
            <a:ext cx="48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설계서가 곧 테스트 목록이다.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문서의 조항 번호를 테스트 이름에 그대로 달았다 — “§4-⑤ 정원 8명, 9번째는 입장 거부”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겪은 문제 → 해결 (1/2)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버그가 규칙을 만들었다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66420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4명이 동시에 투표하면 표가 조용히 사라졌다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01168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같은 순간에 투표하면 나중에 저장된 쪽이 앞선 쪽을 통째로 덮어썼다.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정보를 DB 한 행에 통째로 담았다.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모임 / 참가자 / 표 한 장 셋으로 쪼개고 “1인 1표”를 DB 기본키가 강제하게 했다. 테스트가 전부 “한 명이 순서대로”만 봤다는 것도 드러나 4명이 동시에 쏘는 테스트를 따로 만들었다.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998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308152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지도가 안 뜨는 팀원 폰에서는 참여 자체가 막다른 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42900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SDK 로드가 실패한 기기에서는 “지도를 탭해 핑 찍기”가 불가능해 참여할 방법이 아예 없었다.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후보를 자동으로 깔아 줘서 그 사실이 가려져 있었다.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지도에서 누른 자리를 좌표로 되돌리는 역함수를 만들어 SDK 없이도 핑을 찍게 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51713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449884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늦게 들어온 사람만 계속 “이동시간 없음”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484632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리허설에서 4대로 돌리니 늦게 합류한 사람의 계산이 끝나지 않았다.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API를 아끼려 250ms 간격 대기열을 뒀는데 기기마다 재계산을 요청했다 (후보3 × 인원4 × 기기4 = 48건 → 12초 이상).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구간은 한 번만 계산해 결과를 같이 쓰고, 재계산 요청은 방장 화면만 보낸다. 이 버그는 브라우저 4개를 동시에 띄워야만 재현됐다.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겪은 문제 → 해결 (2/2)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“기능이 되는가”와 “여럿이 써도 되는가”는 다른 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66420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빌드도 타입검사도 통과했는데 화면이 안 그려졌다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01168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상세 화면이 하얗게 떴다. 자동 검사는 둘 다 “이상 없음”이었다.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훅을 조건부 return 아래에 뒀다. 문법도 타입도 맞지만 화면이 안 나온다.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문서 3곳에 못 박고 도구가 잡게 했다. 실제 브라우저 테스트를 커밋 관문에 넣고, 일부러 깨뜨려 그 테스트가 잡는 것까지 확인했다.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0998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308152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상한에 걸려 거절당하면 내 핑이 사라졌다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43584" y="342900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찾은 버그다. 거절당했는데 내 표만 증발했다.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경로는 저장을 하지 않는데, 인메모리 모드에서는 이미 손댄 데이터가 그대로 남았다.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검사를 데이터를 건드리기 전으로 옮겼다. 역 스냅을 켜면 후보가 잘게 갈려 이 경로를 실제로 밟기 때문에 지금 고쳐야 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7839" cy="1243584"/>
          </a:xfrm>
          <a:prstGeom prst="roundRect">
            <a:avLst>
              <a:gd name="adj" fmla="val 7353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51713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FE4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4498848"/>
            <a:ext cx="10143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역인데 후보가 둘로 갈릴 뻔했다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" y="4846320"/>
            <a:ext cx="10143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카카오는 같은 역을 노선마다 따로 준다 — “사당역 2호선” / “사당역 4호선”.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병합은 이름 일치로 판정하므로 그대로 두면 표를 모으려던 기능이 표를 쪼갠다. 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노선 꼬리를 떼는 정리를 넣고, 키가 있는 기계에서만 검증되는 계약이라 전용 점검 스크립트를 따로 만들어 확인했다.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반영 · 2026-08-06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지적받은 것을 되돌릴 수 있게 반영했다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spc="60" kern="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지적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67328" y="14264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spc="60" kern="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반영했나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10367" y="1426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b="1" spc="60" kern="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682496"/>
            <a:ext cx="11313871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55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방장/참여자 화면이 섞여 있다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67328" y="17556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“누가 무엇을 할 수 있는가”를 표 한 곳으로 모았다(그전엔 8개 파일 39군데). 참여자에게 방장 버튼은 비활성이 아니라 아예 없다.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66399" y="181051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66399" y="18105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 등록 = 투표로 통합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230428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지역이 한 칸으로 줄었다. 표의 출처가 투표 행에서 핑 그 자체로 바뀌었다.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66399" y="23591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66399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779776"/>
            <a:ext cx="11313871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핑을 시·군·구로 묶기 (또는 지하철역)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67328" y="28529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시·군·구, 지하철역 묶기는 스위치로 제공. 실 키로 병합까지 확인 완료(2026-08-11).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66399" y="290779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66399" y="29077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진입 때 정보를 먼저 묻지 말 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67328" y="34015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열면 지도가 먼저 뜬다. 지도를 누르는 순간 참여와 핑이 한 번에 끝난다.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66399" y="345643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66399" y="34564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877056"/>
            <a:ext cx="11313871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화면에서 끝나지 않게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67328" y="395020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결과에서 되돌리기 / 재투표가 가능하다. 되돌리기는 표를 지키고, 재투표는 표만 지운다.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966399" y="400507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66399" y="40050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4498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버튼으로, 자동이 아니라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67328" y="44988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후보를 자동으로 깔던 것을 철거했다. 후보는 사람이 찍은 핑과 방장 버튼으로만 생긴다.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966399" y="455371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66399" y="45537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974336"/>
            <a:ext cx="11313871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알리기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67328" y="504748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결과 화면 한 곳에만 있다. 이벤트마다 상시화가 남았다.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966399" y="510235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66399" y="51023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" y="55778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동작은 전부 기능 스위치 뒤에 뒀다 — 발표 중 문제가 생기면 환경변수 한 줄로 옛 동작으로 되돌아간다.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보는 현황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2026.08.11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078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중 완성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50545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2 · 미구현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99968" y="149961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9424" y="170078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9424" y="226771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자동 테스트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9424" y="250545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검사 305개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149961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2464" y="170078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156회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52464" y="226771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1건당 테스트 실행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2464" y="250545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78개 × 스위치 2벌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6047" y="149961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5503" y="170078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18,289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85503" y="226771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줄 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5503" y="250545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파일 92개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14553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" y="334670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86384" y="391363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동작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415137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창구 1곳으로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99968" y="314553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9424" y="334670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619424" y="391363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9424" y="415137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0개로도 완주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33008" y="314553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52464" y="334670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15개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52464" y="391363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기기 리허설 판정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52464" y="415137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스크린샷 16장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66047" y="3145536"/>
            <a:ext cx="2558720" cy="137160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85503" y="3346704"/>
            <a:ext cx="211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85503" y="3913632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커밋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85503" y="4151376"/>
            <a:ext cx="211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변경기록 333행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828032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992624"/>
            <a:ext cx="105091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공평함 점수 </a:t>
            </a:r>
            <a:pPr algn="ctr" indent="0" marL="0">
              <a:buNone/>
            </a:pPr>
            <a:r>
              <a:rPr lang="en-US" sz="110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최대 이동시간 + 편차 × 0.8</a:t>
            </a:r>
            <a:pPr algn="ctr" indent="0" marL="0">
              <a:buNone/>
            </a:pPr>
            <a:r>
              <a:rPr lang="en-US" sz="1100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·     </a:t>
            </a:r>
            <a:pPr algn="ctr" indent="0" marL="0"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후보 </a:t>
            </a:r>
            <a:pPr algn="ctr" indent="0" marL="0">
              <a:buNone/>
            </a:pPr>
            <a:r>
              <a:rPr lang="en-US" sz="110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반경 700m · 상한 5개</a:t>
            </a:r>
            <a:pPr algn="ctr" indent="0" marL="0">
              <a:buNone/>
            </a:pPr>
            <a:r>
              <a:rPr lang="en-US" sz="1100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·     </a:t>
            </a:r>
            <a:pPr algn="ctr" indent="0" marL="0"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동기화 </a:t>
            </a:r>
            <a:pPr algn="ctr" indent="0" marL="0">
              <a:buNone/>
            </a:pPr>
            <a:r>
              <a:rPr lang="en-US" sz="110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1.8초</a:t>
            </a:r>
            <a:pPr algn="ctr" indent="0" marL="0">
              <a:buNone/>
            </a:pPr>
            <a:r>
              <a:rPr lang="en-US" sz="1100" dirty="0">
                <a:solidFill>
                  <a:srgbClr val="DB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·     </a:t>
            </a:r>
            <a:pPr algn="ctr" indent="0" marL="0">
              <a:buNone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</a:t>
            </a:r>
            <a:pPr algn="ctr" indent="0" marL="0">
              <a:buNone/>
            </a:pPr>
            <a:r>
              <a:rPr lang="en-US" sz="1100" dirty="0">
                <a:solidFill>
                  <a:srgbClr val="546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0.2.0 → 발표일 1.0.0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발표까지 · 발표 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73472" cy="2157984"/>
          </a:xfrm>
          <a:prstGeom prst="roundRect">
            <a:avLst>
              <a:gd name="adj" fmla="val 4237"/>
            </a:avLst>
          </a:prstGeom>
          <a:solidFill>
            <a:srgbClr val="FFE4E9"/>
          </a:solidFill>
          <a:ln w="12700">
            <a:solidFill>
              <a:srgbClr val="FBC9D5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64208"/>
            <a:ext cx="1856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6420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발표를 막을 수 있는 것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2084832"/>
            <a:ext cx="493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발표장 Wi-Fi에서 노트북 IP 확정 후 카카오 콘솔 2곳에 등록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지도용 사이트 도메인 · 로그인용 Redirect 주소. IP가 바뀌면 둘 다 무효가 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798064"/>
            <a:ext cx="493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 4대로 사람 손으로 한 번 완주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리허설은 통과했지만 실제 폰의 터치·네트워크는 다르다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767328"/>
            <a:ext cx="5373472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950208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9502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대비 남은 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4370832"/>
            <a:ext cx="493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알리기 상시화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지금은 결과 화면 한 곳에만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4754880"/>
            <a:ext cx="493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시 카카오 로그인 필수화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지금은 이름만 있으면 생성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1296" y="1481328"/>
            <a:ext cx="5373472" cy="2962656"/>
          </a:xfrm>
          <a:prstGeom prst="roundRect">
            <a:avLst>
              <a:gd name="adj" fmla="val 3086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0752" y="1664208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0752" y="16642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후로 미룬 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70752" y="2084832"/>
            <a:ext cx="493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추천을 “팔레트”에 담아 사람이 고르게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추천은 제안이지 결정이 아니고, 다섯 자리를 AI가 먼저 차지해서도 안 된다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0752" y="2651760"/>
            <a:ext cx="493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이동수단 2종 → 4종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지하철·버스·자차·도보. 타입·DB·계산·UI가 전부 바뀌어 이틀 이상, 발표 전엔 위험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0752" y="3218688"/>
            <a:ext cx="493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 400줄 규칙 위반 8개 파일 분할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가장 큰 것 1,799줄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0752" y="3785616"/>
            <a:ext cx="493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앱 포장(PWA → APK) 리허설</a:t>
            </a:r>
            <a:pPr indent="0" marL="0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1296" y="4590288"/>
            <a:ext cx="5373472" cy="969264"/>
          </a:xfrm>
          <a:prstGeom prst="roundRect">
            <a:avLst>
              <a:gd name="adj" fmla="val 943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9040" y="4773168"/>
            <a:ext cx="489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닫은 것 —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 묶기 실 키 검증, 후보 상한 롤백 버그, 홈/핑 후보 이름 불일치. 마지막 미확인 위험이 사라졌다.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솔직하게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못 한 것도 말씀드립니다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73472" cy="3017520"/>
          </a:xfrm>
          <a:prstGeom prst="roundRect">
            <a:avLst>
              <a:gd name="adj" fmla="val 303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2093976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실환경 검증이 덜 끝났다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48979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환경에는 외부 API 키가 없어 이동시간이 전부 “거리 추정”으로 나온다. 지하철역 이름 형식처럼 키가 있는 기계에서만 확인되는 계약도 있다 — 자동 검사에서는 대체 경로만 밟기 때문에 틀려도 전부 초록불이 된다.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그것만 확인하는 스크립트를 따로 만들어 학교 노트북에서 실행해 통과를 확인했다. 다만 “CI가 자동으로 지켜 주는 것”은 아니라는 점을 분명히 해 둔다.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도시간 장거리의 “역까지 가는 시간” 보정식이 실측 대비 약 1.7배 과대하다는 것도 주석에 적어 뒀다 — 정확하진 않지만 0분보다는 진실에 가깝다는 판단이다.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51296" y="1481328"/>
            <a:ext cx="5373472" cy="3017520"/>
          </a:xfrm>
          <a:prstGeom prst="roundRect">
            <a:avLst>
              <a:gd name="adj" fmla="val 3030"/>
            </a:avLst>
          </a:prstGeom>
          <a:solidFill>
            <a:srgbClr val="F6F8FC"/>
          </a:solidFill>
          <a:ln w="12700">
            <a:solidFill>
              <a:srgbClr val="DBE2EE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9040" y="1682496"/>
            <a:ext cx="2569464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040" y="16824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스스로 정한 규칙을 못 지킨 곳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89040" y="2103120"/>
            <a:ext cx="48979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“AI가 엉뚱한 곳을 고치고 두 사람이 동시에 만지면 충돌난다”는 이유로 한 파일 400줄 상한을 정했는데 8개 파일이 이를 넘었다(가장 큰 것 1,799줄).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 요구한 “모임 생성 시 카카오 로그인 필수”도 아직 적용되지 않아 이름만 있으면 만들 수 있다. 작업 메모의 “남은 일” 목록도 낡아서 이미 끝난 항목이 아직 “안 함”으로 적혀 있는 것을 이번에 발견했다.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남기는 규칙은 지켰지만, 기록을 갱신하는 규칙은 놓쳤다. 이건 사람이 아니라 절차로 막아야 한다고 보고 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8B98A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84632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슬라이드를 넣은 이유 —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5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프로젝트에서 배운 가장 큰 것이 “되는 것처럼 보이는 것”과 “되는 것”은 다르다는 점이라서, 발표 자료에서도 같은 기준을 지키는 것이 맞다고 판단했습니다.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중간발표 · 2026.08.11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2743200" y="3291840"/>
            <a:ext cx="10972800" cy="8229600"/>
          </a:xfrm>
          <a:prstGeom prst="roundRect">
            <a:avLst>
              <a:gd name="adj" fmla="val 5556"/>
            </a:avLst>
          </a:prstGeom>
          <a:solidFill>
            <a:srgbClr val="1B3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6766560" y="3840480"/>
            <a:ext cx="9144000" cy="7315200"/>
          </a:xfrm>
          <a:prstGeom prst="roundRect">
            <a:avLst>
              <a:gd name="adj" fmla="val 6250"/>
            </a:avLst>
          </a:prstGeom>
          <a:solidFill>
            <a:srgbClr val="2F6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A8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만날까?”에 답을 내는 데 3분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3310128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넣고 · 지도를 한 번 누르고 · 방장이 확정한다.</a:t>
            </a:r>
            <a:endParaRPr lang="en-US" sz="15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사이의 모든 계산과 합의 절차를 모이머가 맡습니다.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부트캠프 3팀  ·  moimer v0.2.0  ·  2026.08.11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모이머 중간발표</dc:title>
  <dc:subject>PptxGenJS Presentation</dc:subject>
  <dc:creator>AI 부트캠프 3팀</dc:creator>
  <cp:lastModifiedBy>AI 부트캠프 3팀</cp:lastModifiedBy>
  <cp:revision>1</cp:revision>
  <dcterms:created xsi:type="dcterms:W3CDTF">2026-08-11T01:52:36Z</dcterms:created>
  <dcterms:modified xsi:type="dcterms:W3CDTF">2026-08-11T01:52:36Z</dcterms:modified>
</cp:coreProperties>
</file>